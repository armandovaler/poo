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AD5881-AC01-4FDA-A562-B1A499659DCF}" v="14" dt="2026-01-21T23:46:20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9869" autoAdjust="0"/>
  </p:normalViewPr>
  <p:slideViewPr>
    <p:cSldViewPr snapToGrid="0" snapToObjects="1">
      <p:cViewPr varScale="1">
        <p:scale>
          <a:sx n="40" d="100"/>
          <a:sy n="40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lson Vargas" userId="026ab75d-fb65-4d7f-841b-782926f0a9d8" providerId="ADAL" clId="{EF9DC5F2-70ED-4E50-94B6-343F46641BC0}"/>
    <pc:docChg chg="undo custSel delSld modSld modShowInfo">
      <pc:chgData name="Denilson Vargas" userId="026ab75d-fb65-4d7f-841b-782926f0a9d8" providerId="ADAL" clId="{EF9DC5F2-70ED-4E50-94B6-343F46641BC0}" dt="2026-01-22T04:28:09.078" v="104" actId="20577"/>
      <pc:docMkLst>
        <pc:docMk/>
      </pc:docMkLst>
      <pc:sldChg chg="delSp modSp mod modNotesTx">
        <pc:chgData name="Denilson Vargas" userId="026ab75d-fb65-4d7f-841b-782926f0a9d8" providerId="ADAL" clId="{EF9DC5F2-70ED-4E50-94B6-343F46641BC0}" dt="2026-01-22T04:27:58.994" v="99" actId="20577"/>
        <pc:sldMkLst>
          <pc:docMk/>
          <pc:sldMk cId="0" sldId="256"/>
        </pc:sldMkLst>
        <pc:spChg chg="mod">
          <ac:chgData name="Denilson Vargas" userId="026ab75d-fb65-4d7f-841b-782926f0a9d8" providerId="ADAL" clId="{EF9DC5F2-70ED-4E50-94B6-343F46641BC0}" dt="2026-01-21T23:46:24.172" v="95"/>
          <ac:spMkLst>
            <pc:docMk/>
            <pc:sldMk cId="0" sldId="256"/>
            <ac:spMk id="9" creationId="{00000000-0000-0000-0000-000000000000}"/>
          </ac:spMkLst>
        </pc:spChg>
        <pc:picChg chg="mod">
          <ac:chgData name="Denilson Vargas" userId="026ab75d-fb65-4d7f-841b-782926f0a9d8" providerId="ADAL" clId="{EF9DC5F2-70ED-4E50-94B6-343F46641BC0}" dt="2026-01-21T22:53:18.491" v="39" actId="1076"/>
          <ac:picMkLst>
            <pc:docMk/>
            <pc:sldMk cId="0" sldId="256"/>
            <ac:picMk id="5" creationId="{00000000-0000-0000-0000-000000000000}"/>
          </ac:picMkLst>
        </pc:picChg>
        <pc:picChg chg="del">
          <ac:chgData name="Denilson Vargas" userId="026ab75d-fb65-4d7f-841b-782926f0a9d8" providerId="ADAL" clId="{EF9DC5F2-70ED-4E50-94B6-343F46641BC0}" dt="2026-01-21T22:53:16.226" v="38" actId="478"/>
          <ac:picMkLst>
            <pc:docMk/>
            <pc:sldMk cId="0" sldId="256"/>
            <ac:picMk id="6" creationId="{00000000-0000-0000-0000-000000000000}"/>
          </ac:picMkLst>
        </pc:picChg>
      </pc:sldChg>
      <pc:sldChg chg="del mod modShow">
        <pc:chgData name="Denilson Vargas" userId="026ab75d-fb65-4d7f-841b-782926f0a9d8" providerId="ADAL" clId="{EF9DC5F2-70ED-4E50-94B6-343F46641BC0}" dt="2026-01-21T22:53:10.382" v="37" actId="47"/>
        <pc:sldMkLst>
          <pc:docMk/>
          <pc:sldMk cId="0" sldId="257"/>
        </pc:sldMkLst>
      </pc:sldChg>
      <pc:sldChg chg="delSp modSp mod modNotesTx">
        <pc:chgData name="Denilson Vargas" userId="026ab75d-fb65-4d7f-841b-782926f0a9d8" providerId="ADAL" clId="{EF9DC5F2-70ED-4E50-94B6-343F46641BC0}" dt="2026-01-22T04:28:00.435" v="100" actId="20577"/>
        <pc:sldMkLst>
          <pc:docMk/>
          <pc:sldMk cId="0" sldId="258"/>
        </pc:sldMkLst>
        <pc:spChg chg="mod">
          <ac:chgData name="Denilson Vargas" userId="026ab75d-fb65-4d7f-841b-782926f0a9d8" providerId="ADAL" clId="{EF9DC5F2-70ED-4E50-94B6-343F46641BC0}" dt="2026-01-21T22:20:03.672" v="34" actId="20577"/>
          <ac:spMkLst>
            <pc:docMk/>
            <pc:sldMk cId="0" sldId="258"/>
            <ac:spMk id="12" creationId="{00000000-0000-0000-0000-000000000000}"/>
          </ac:spMkLst>
        </pc:spChg>
        <pc:spChg chg="del">
          <ac:chgData name="Denilson Vargas" userId="026ab75d-fb65-4d7f-841b-782926f0a9d8" providerId="ADAL" clId="{EF9DC5F2-70ED-4E50-94B6-343F46641BC0}" dt="2026-01-21T22:20:13.965" v="35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Denilson Vargas" userId="026ab75d-fb65-4d7f-841b-782926f0a9d8" providerId="ADAL" clId="{EF9DC5F2-70ED-4E50-94B6-343F46641BC0}" dt="2026-01-21T22:20:15.754" v="36" actId="478"/>
          <ac:spMkLst>
            <pc:docMk/>
            <pc:sldMk cId="0" sldId="258"/>
            <ac:spMk id="14" creationId="{00000000-0000-0000-0000-000000000000}"/>
          </ac:spMkLst>
        </pc:spChg>
      </pc:sldChg>
      <pc:sldChg chg="modSp mod modNotesTx">
        <pc:chgData name="Denilson Vargas" userId="026ab75d-fb65-4d7f-841b-782926f0a9d8" providerId="ADAL" clId="{EF9DC5F2-70ED-4E50-94B6-343F46641BC0}" dt="2026-01-22T04:28:01.745" v="101" actId="20577"/>
        <pc:sldMkLst>
          <pc:docMk/>
          <pc:sldMk cId="0" sldId="259"/>
        </pc:sldMkLst>
        <pc:spChg chg="mod">
          <ac:chgData name="Denilson Vargas" userId="026ab75d-fb65-4d7f-841b-782926f0a9d8" providerId="ADAL" clId="{EF9DC5F2-70ED-4E50-94B6-343F46641BC0}" dt="2026-01-21T22:55:43.063" v="59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Denilson Vargas" userId="026ab75d-fb65-4d7f-841b-782926f0a9d8" providerId="ADAL" clId="{EF9DC5F2-70ED-4E50-94B6-343F46641BC0}" dt="2026-01-21T22:55:44.663" v="60" actId="14100"/>
          <ac:spMkLst>
            <pc:docMk/>
            <pc:sldMk cId="0" sldId="259"/>
            <ac:spMk id="8" creationId="{00000000-0000-0000-0000-000000000000}"/>
          </ac:spMkLst>
        </pc:spChg>
      </pc:sldChg>
      <pc:sldChg chg="addSp delSp modSp mod modNotesTx">
        <pc:chgData name="Denilson Vargas" userId="026ab75d-fb65-4d7f-841b-782926f0a9d8" providerId="ADAL" clId="{EF9DC5F2-70ED-4E50-94B6-343F46641BC0}" dt="2026-01-22T04:28:03.148" v="102" actId="20577"/>
        <pc:sldMkLst>
          <pc:docMk/>
          <pc:sldMk cId="0" sldId="260"/>
        </pc:sldMkLst>
        <pc:spChg chg="mod">
          <ac:chgData name="Denilson Vargas" userId="026ab75d-fb65-4d7f-841b-782926f0a9d8" providerId="ADAL" clId="{EF9DC5F2-70ED-4E50-94B6-343F46641BC0}" dt="2026-01-21T22:54:44.671" v="58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Denilson Vargas" userId="026ab75d-fb65-4d7f-841b-782926f0a9d8" providerId="ADAL" clId="{EF9DC5F2-70ED-4E50-94B6-343F46641BC0}" dt="2026-01-21T22:54:41.359" v="57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enilson Vargas" userId="026ab75d-fb65-4d7f-841b-782926f0a9d8" providerId="ADAL" clId="{EF9DC5F2-70ED-4E50-94B6-343F46641BC0}" dt="2026-01-21T22:54:41.359" v="57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enilson Vargas" userId="026ab75d-fb65-4d7f-841b-782926f0a9d8" providerId="ADAL" clId="{EF9DC5F2-70ED-4E50-94B6-343F46641BC0}" dt="2026-01-21T22:54:41.359" v="57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enilson Vargas" userId="026ab75d-fb65-4d7f-841b-782926f0a9d8" providerId="ADAL" clId="{EF9DC5F2-70ED-4E50-94B6-343F46641BC0}" dt="2026-01-21T22:54:41.359" v="57" actId="1076"/>
          <ac:spMkLst>
            <pc:docMk/>
            <pc:sldMk cId="0" sldId="260"/>
            <ac:spMk id="13" creationId="{00000000-0000-0000-0000-000000000000}"/>
          </ac:spMkLst>
        </pc:spChg>
        <pc:spChg chg="add del">
          <ac:chgData name="Denilson Vargas" userId="026ab75d-fb65-4d7f-841b-782926f0a9d8" providerId="ADAL" clId="{EF9DC5F2-70ED-4E50-94B6-343F46641BC0}" dt="2026-01-21T22:54:32.631" v="54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Denilson Vargas" userId="026ab75d-fb65-4d7f-841b-782926f0a9d8" providerId="ADAL" clId="{EF9DC5F2-70ED-4E50-94B6-343F46641BC0}" dt="2026-01-21T22:54:30.994" v="52" actId="478"/>
          <ac:spMkLst>
            <pc:docMk/>
            <pc:sldMk cId="0" sldId="260"/>
            <ac:spMk id="15" creationId="{00000000-0000-0000-0000-000000000000}"/>
          </ac:spMkLst>
        </pc:spChg>
        <pc:spChg chg="del mod">
          <ac:chgData name="Denilson Vargas" userId="026ab75d-fb65-4d7f-841b-782926f0a9d8" providerId="ADAL" clId="{EF9DC5F2-70ED-4E50-94B6-343F46641BC0}" dt="2026-01-21T22:54:33.694" v="56" actId="478"/>
          <ac:spMkLst>
            <pc:docMk/>
            <pc:sldMk cId="0" sldId="260"/>
            <ac:spMk id="16" creationId="{00000000-0000-0000-0000-000000000000}"/>
          </ac:spMkLst>
        </pc:spChg>
      </pc:sldChg>
      <pc:sldChg chg="modNotesTx">
        <pc:chgData name="Denilson Vargas" userId="026ab75d-fb65-4d7f-841b-782926f0a9d8" providerId="ADAL" clId="{EF9DC5F2-70ED-4E50-94B6-343F46641BC0}" dt="2026-01-22T04:28:06.335" v="103" actId="20577"/>
        <pc:sldMkLst>
          <pc:docMk/>
          <pc:sldMk cId="0" sldId="261"/>
        </pc:sldMkLst>
      </pc:sldChg>
      <pc:sldChg chg="delSp modSp mod modNotesTx">
        <pc:chgData name="Denilson Vargas" userId="026ab75d-fb65-4d7f-841b-782926f0a9d8" providerId="ADAL" clId="{EF9DC5F2-70ED-4E50-94B6-343F46641BC0}" dt="2026-01-22T04:28:09.078" v="104" actId="20577"/>
        <pc:sldMkLst>
          <pc:docMk/>
          <pc:sldMk cId="0" sldId="262"/>
        </pc:sldMkLst>
        <pc:spChg chg="mod">
          <ac:chgData name="Denilson Vargas" userId="026ab75d-fb65-4d7f-841b-782926f0a9d8" providerId="ADAL" clId="{EF9DC5F2-70ED-4E50-94B6-343F46641BC0}" dt="2026-01-22T00:54:51.515" v="97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Denilson Vargas" userId="026ab75d-fb65-4d7f-841b-782926f0a9d8" providerId="ADAL" clId="{EF9DC5F2-70ED-4E50-94B6-343F46641BC0}" dt="2026-01-21T22:56:15.599" v="61" actId="478"/>
          <ac:spMkLst>
            <pc:docMk/>
            <pc:sldMk cId="0" sldId="262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98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685800" y="50292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Sobrecarga de Métodos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• Programación Orientada a Objetos (POO)</a:t>
            </a:r>
            <a:endParaRPr lang="en-US" sz="1600" dirty="0"/>
          </a:p>
        </p:txBody>
      </p:sp>
      <p:pic>
        <p:nvPicPr>
          <p:cNvPr id="5" name="Image 0" descr="/mnt/data/java_logo_icons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771" y="434340"/>
            <a:ext cx="1600200" cy="1600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2423160"/>
            <a:ext cx="9052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4"/>
          <p:cNvSpPr/>
          <p:nvPr/>
        </p:nvSpPr>
        <p:spPr>
          <a:xfrm>
            <a:off x="1005840" y="2697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Duración total: 10 minutos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05840" y="30632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Integrantes (completar):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Luis Angel Peregrino Aponte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Armando Valer Cisneros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Juwer</a:t>
            </a: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Denilson Vargas Vieira</a:t>
            </a:r>
          </a:p>
          <a:p>
            <a:r>
              <a:rPr lang="en-US" sz="14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Fran Carlos Quispe Alarcon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40680" y="2697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 la exposición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30632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qué es la sobrecarga en Java,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se usa, reglas clave 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diferencia de la sobrescritura.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Concepto y reglas clave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“firma” es la clave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108356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(Java)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5120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nombre de método, pero parámetros distintos.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distingue métodos por su firma (nombre + lista de parámetros).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elección del método ocurre en compilación (overload resolution).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puede cambiar?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5120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de parámetros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de parámetros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de parámetros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4892040" cy="47548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629400" y="15361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Ojo: NO es sobrecarga si…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1993392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cambia el tipo de </a:t>
            </a:r>
            <a:r>
              <a:rPr lang="en-US" sz="14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</a:t>
            </a: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28600" indent="-228600">
              <a:buSzPct val="100000"/>
              <a:buChar char="•"/>
            </a:pP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firma es exactamente </a:t>
            </a:r>
            <a:r>
              <a:rPr lang="en-US" sz="14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igual</a:t>
            </a: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28600" indent="-228600">
              <a:buSzPct val="100000"/>
              <a:buChar char="•"/>
            </a:pP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Cambias</a:t>
            </a: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solo nombres de variables (no cuenta).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548640" y="64282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Ejemplo 1: Calculadora (Java)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nombre, distintas firmas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108356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con 3 métodos sobrecargados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19" y="1554480"/>
            <a:ext cx="5730545" cy="3108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161288" y="1719072"/>
            <a:ext cx="5529376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Calculadora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sumar(int a, int b) { return a + b;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sumar(int a, int b, int c) { return a + b + c;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sumar(double a, double b) { return a + b;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1228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(el compilador elige por los argumentos)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554480"/>
            <a:ext cx="4526280" cy="19659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7013448" y="1719072"/>
            <a:ext cx="4123944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Calculadora c = new Calculadora();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System.out.println(c.sumar(2, 3));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System.out.println(c.sumar(1, 2, 3));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System.out.println(c.sumar(2.5, 3.1));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3611880"/>
            <a:ext cx="4526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7040880" y="367588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esperada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6600" y="39136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736592"/>
            <a:ext cx="1056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clave: “misma intención, diferentes entradas”.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5120640"/>
            <a:ext cx="10561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 evita crear métodos con nombres raros como sumar2(), sumar3(), etc.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548640" y="64282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Errores comunes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más confunde en exámenes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799" y="1005840"/>
            <a:ext cx="11192069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1: “solo cambio el retorno”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5623560" cy="15087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161288" y="1764792"/>
            <a:ext cx="5221224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sumar(int a, int b) { return a + b;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sumar(int a, int b) { return a + b; } // ❌ ERROR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compila: misma firma (mismo nombre + mismos parámetros).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37033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2: “cambié nombres de variables”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1288" y="4069080"/>
            <a:ext cx="4526280" cy="15087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362456" y="4233672"/>
            <a:ext cx="4123944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sumar(int x, int y) { return x + y;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sumar(int a, int b) { return a + b; } // ❌ ERROR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" y="56235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nombres (a/b vs x/y) no cambian la firma.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548640" y="64282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Overloading vs Overriding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confundirlos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108356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rápida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1691640"/>
            <a:ext cx="5623560" cy="4114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Overloading (Sobrecarga)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Overriding (Sobrescritura)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103120"/>
            <a:ext cx="5623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771900" y="2103120"/>
            <a:ext cx="0" cy="50292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clase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240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hija vs clase padre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606040"/>
            <a:ext cx="5623560" cy="502920"/>
          </a:xfrm>
          <a:prstGeom prst="rect">
            <a:avLst/>
          </a:prstGeom>
          <a:solidFill>
            <a:srgbClr val="F3F6FB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3771900" y="2606040"/>
            <a:ext cx="0" cy="50292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1143000" y="274320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distinta (parámetros)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743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firma (método “igual”)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3108960"/>
            <a:ext cx="5623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3771900" y="3108960"/>
            <a:ext cx="0" cy="50292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decide en compilación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3246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decide en ejecución (runtime)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611880"/>
            <a:ext cx="5623560" cy="502920"/>
          </a:xfrm>
          <a:prstGeom prst="rect">
            <a:avLst/>
          </a:prstGeom>
          <a:solidFill>
            <a:srgbClr val="F3F6FB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3771900" y="3611880"/>
            <a:ext cx="0" cy="50292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1143000" y="37490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usa @Override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3749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 usar @Override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de sobrescritura (override)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12280" y="1691640"/>
            <a:ext cx="4526280" cy="29718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7013448" y="1856232"/>
            <a:ext cx="4123944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Usuario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mostrarRol() { System.out.println("Usuario");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Admin extends Usuario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mostrarRol() { System.out.println("Administrador");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firma, comportamiento distinto en la subclase.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548640" y="64282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Aplicación (Proyecto Condominio)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realista y resumen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108356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10561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Caso: registrar visitas en portería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1645920"/>
            <a:ext cx="6492240" cy="3246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161288" y="1810512"/>
            <a:ext cx="6089904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ControlAcceso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registrarVisita(String dni)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System.out.println("Visita registrada: " + dni);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registrarVisita(String dni, String placa)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System.out.println("Visita registrada: " + dni + " (placa: " + placa + ")");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39319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7818120" y="18470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conviene aquí?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2176272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solo nombre para la misma acción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errores al usar la clase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más limpia (sin registrarVisitaConPlaca())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Fácil de extender (ej. +fecha/hora, +ID residente)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5074920"/>
            <a:ext cx="10561320" cy="105156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234440" y="51937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en una frase: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5422392"/>
            <a:ext cx="8641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nombre + parámetros distintos = sobrecarga (se decide en compilación).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548640" y="642823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725</Words>
  <Application>Microsoft Office PowerPoint</Application>
  <PresentationFormat>Panorámica</PresentationFormat>
  <Paragraphs>111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Equipo (POO)</dc:creator>
  <cp:lastModifiedBy>Denilson Vargas</cp:lastModifiedBy>
  <cp:revision>1</cp:revision>
  <dcterms:created xsi:type="dcterms:W3CDTF">2026-01-21T22:13:53Z</dcterms:created>
  <dcterms:modified xsi:type="dcterms:W3CDTF">2026-01-22T04:28:10Z</dcterms:modified>
</cp:coreProperties>
</file>